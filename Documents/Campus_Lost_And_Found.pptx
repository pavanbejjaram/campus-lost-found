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917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0F1834"/>
          </a:solidFill>
          <a:ln w="12700">
            <a:solidFill>
              <a:srgbClr val="0F18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Lost &amp; Found</a:t>
            </a:r>
            <a:endParaRPr lang="en-US" sz="6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731520" y="4434840"/>
            <a:ext cx="731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Architecture &amp; Feature Roadmap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6035040"/>
            <a:ext cx="10698480" cy="36576"/>
          </a:xfrm>
          <a:prstGeom prst="rect">
            <a:avLst/>
          </a:prstGeom>
          <a:solidFill>
            <a:srgbClr val="2A3670"/>
          </a:solidFill>
          <a:ln w="12700">
            <a:solidFill>
              <a:srgbClr val="2A36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•  Spring Boot  •  Spring Data JPA  •  WebSockets  •  MySQL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relevance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25856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college campus needs a central, secure channel for students to report lost belongings and return found items.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200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learning goal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58444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database design, Spring Data JPA repositories, native WebSockets real-time networking, and a premium React slate-light UI.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Demonstrates core CS concepts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91032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file uploads, multi-table relational modeling, real-time message routing, and administrative access control.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8064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real-time college portal with a clean glassmorphic UI backed by a normalized MySQL schema.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Portal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Layered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piece has one clear job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77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228600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71800" y="3429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22860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377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28600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52160" y="3429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22860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377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Data JPA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15400" y="2286000"/>
            <a:ext cx="274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6167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732520" y="3429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89720" y="2286000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2377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89720" y="2834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7315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1148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  </a:t>
            </a:r>
            <a:r>
              <a:rPr lang="en-US" sz="13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feeds, report forms, claim dialogs, and real-time chat box.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7315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663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  </a:t>
            </a:r>
            <a:r>
              <a:rPr lang="en-US" sz="13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auth sessions, validates listings, serves files, exposes endpoints.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7315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12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Data JPA   </a:t>
            </a:r>
            <a:r>
              <a:rPr lang="en-US" sz="13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MySQL via Hibernate ORM — no boilerplate SQL.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760720"/>
            <a:ext cx="73152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7607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  </a:t>
            </a:r>
            <a:r>
              <a:rPr lang="en-US" sz="13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student credentials, items, chat history, and claims.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Portal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1E7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92024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1E7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Controllers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192024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1E7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JPA Repository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0" y="192024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89720" y="19202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E1E7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2011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972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74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WebSocket Client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(native WS)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3383280"/>
            <a:ext cx="301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6167"/>
                </a:solidFill>
              </a:rPr>
              <a:t>⇄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394960" y="44348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bidirectional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45352" y="338328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3474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WebSocket Session Handler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45352" y="3886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TextWebSocketHandler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5120640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029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 (reports, claims, chat) travel left → right; query results and confirmations travel right → left as JSON.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" y="5760720"/>
            <a:ext cx="137160" cy="13716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69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handler keeps thread-safe connection sessions in memory for instant chat propagation between users.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Portal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functionality — the working baseline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36576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Item Reporting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detailed posts (title, category, date, last-seen location) to notify the campus.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19456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194560"/>
            <a:ext cx="36576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4688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Item Uploads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0632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items found on campus and upload photos, saved locally in server storage.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219456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194560"/>
            <a:ext cx="36576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24688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Approval Queue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30632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listings start as 'pending review' until approved by an administrator.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33672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33672"/>
            <a:ext cx="36576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50799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4507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Ownership Claims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7240" y="510235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found items by writing specific verification details like sticker or wallpaper descriptions.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43400" y="4233672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43400" y="4233672"/>
            <a:ext cx="36576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450799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4507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WebSocket Chat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0" y="510235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messaging between claimant and founder to coordinate hand-off safely.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38160" y="4233672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38160" y="4233672"/>
            <a:ext cx="36576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66760" y="450799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61120" y="4507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Roster &amp; Statistics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66760" y="510235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showing resolved counts, pending queues, and student rosters.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Portal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Technical Highlights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adding depth and production value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669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9144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68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WebSocket Messaging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Spring's TextWebSocketHandler with standard browser client sockets — no heavy dependencies like StompJS.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194560"/>
            <a:ext cx="5669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194560"/>
            <a:ext cx="9144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468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File Handler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30175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local /uploads/ paths statically via Spring MVC, enabling instant image previews across the client UI.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15968"/>
            <a:ext cx="5669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315968"/>
            <a:ext cx="9144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5902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Cascade Resolve Logic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513892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one ownership claim auto-marks the item as 'Resolved' and rejects all other pending claims.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4315968"/>
            <a:ext cx="5669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315968"/>
            <a:ext cx="9144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45902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Automatic Startup Seeder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66560" y="513892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Bootstraps test students (Alice, Bob, Charlie) and dummy listings on launch for immediate testing.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Portal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normalized tables with clear relationships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743200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4884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358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student_number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284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21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9136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4988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7914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is_admin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2148840"/>
            <a:ext cx="2743200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214884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11880" y="27432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30358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11880" y="33284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3621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11880" y="39136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(LOST/FOUND)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11880" y="42062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location, date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11880" y="44988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image_url, status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47914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reporter_id → students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2148840"/>
            <a:ext cx="2743200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214884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92240" y="27432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30358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item_id → items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33284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claimer_id → students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3621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proof_description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39136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89720" y="2148840"/>
            <a:ext cx="2743200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89720" y="214884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chat_messages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372600" y="27432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(PK)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372600" y="30358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sender_id → students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72600" y="332841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receiver_id → students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72600" y="362102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372600" y="391363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372600" y="42062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item_id → items (opt)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7607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(1 : many) items and claims   •   items (1 : many) claims and chat_messages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Portal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965960"/>
            <a:ext cx="36576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96596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2148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&amp; Entities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248716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setup, JPA entity configuration, relationships, and DatabaseSeeder bootstrap.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332720" y="196596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0" y="1965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51560" y="283464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Controllers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33558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endpoints, image upload file saving, and claim management APIs.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332720" y="28346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2834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1560" y="370332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3886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UI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91640" y="42245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dashboard, reporting forms, listings manager, and slate-light theme.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32720" y="370332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32720" y="3703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1560" y="45720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572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9164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91640" y="4754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WebSockets &amp; Integration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691640" y="50932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connection handler, message persistence mappings, and end-to-end integration.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332720" y="45720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0" y="4572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51560" y="544068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" y="5440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9164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91640" y="5623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&amp; Deployment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691640" y="59618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builds, bug fixes, ZIP archive preparation, and final verification.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332720" y="54406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32720" y="5440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Lost &amp; Found Portal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81735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6400800" cy="6400800"/>
          </a:xfrm>
          <a:prstGeom prst="ellipse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0F1834"/>
          </a:solidFill>
          <a:ln w="12700">
            <a:solidFill>
              <a:srgbClr val="0F18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4864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74320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651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Campus Portal connecting React, Spring Boot, WebSockets, and MySQL.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42900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37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Robust, native real-time chat with cascade-resolved ownership claims.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114800"/>
            <a:ext cx="320040" cy="320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4023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Clean, responsive slate-light UI styling out of the box.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5212080"/>
            <a:ext cx="10698480" cy="36576"/>
          </a:xfrm>
          <a:prstGeom prst="rect">
            <a:avLst/>
          </a:prstGeom>
          <a:solidFill>
            <a:srgbClr val="2A3670"/>
          </a:solidFill>
          <a:ln w="12700">
            <a:solidFill>
              <a:srgbClr val="2A36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</Words>
  <Application>Microsoft Office PowerPoint</Application>
  <PresentationFormat>Widescreen</PresentationFormat>
  <Paragraphs>186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Pavanbejjaram7@outlook.com</cp:lastModifiedBy>
  <cp:revision>1</cp:revision>
  <dcterms:created xsi:type="dcterms:W3CDTF">2026-07-16T15:11:28Z</dcterms:created>
  <dcterms:modified xsi:type="dcterms:W3CDTF">2026-07-16T15:36:06Z</dcterms:modified>
</cp:coreProperties>
</file>